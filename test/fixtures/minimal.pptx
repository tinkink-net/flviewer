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word/document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5143500"/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_rels/slide1.xml.rels><?xml version="1.0" encoding="UTF-8" standalone="yes"?>
<Relationships xmlns="http://schemas.openxmlformats.org/package/2006/relationships">
</Relationships>
</file>

<file path=ppt/slides/_rels/slide2.xml.rels><?xml version="1.0" encoding="UTF-8" standalone="yes"?>
<Relationships xmlns="http://schemas.openxmlformats.org/package/2006/relationships"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914400" y="914400"/>
            <a:ext cx="6858000" cy="914400"/>
          </a:xfrm>
          <a:prstGeom prst="rect">
            <a:avLst/>
          </a:prstGeom>
        </p:spPr>
        <p:txBody>
          <a:bodyPr/>
          <a:p>
            <a:r>
              <a:rPr lang="en-US" sz="4400"/>
              <a:t>Slide One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Box"/>
          <p:cNvSpPr txBox="1"/>
          <p:nvPr/>
        </p:nvSpPr>
        <p:spPr>
          <a:xfrm>
            <a:off x="914400" y="914400"/>
            <a:ext cx="6858000" cy="914400"/>
          </a:xfrm>
          <a:prstGeom prst="rect">
            <a:avLst/>
          </a:prstGeom>
        </p:spPr>
        <p:txBody>
          <a:bodyPr/>
          <a:p>
            <a:r>
              <a:rPr lang="en-US" sz="4400"/>
              <a:t>Slide Two</a:t>
            </a:r>
          </a:p>
        </p:txBody>
      </p:sp>
    </p:spTree>
  </p:cSld>
</p:sld>
</file>